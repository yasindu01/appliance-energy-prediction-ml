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98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my Machine Learning final project on predicting appliance energy consumption in a low-energy house in Belgium.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comes from a low-energy house in Belgium, collected by Candanedo et al. (2017). The target variable is total appliance energy consumption per 10-minute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confirmed the hypothesis: the target is right-skewed (most readings low, rare extreme spikes). Linear correlations are weak. Multicollinearity exists among sensors but is handled by tree-based models.
REMINDER: Insert histogram.png from your notebook into the right placeholder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about scaling: scaler.fit_transform() on X_train only, then scaler.transform() on X_test — this is critical for preventing data leakage.
If asked why outliers were kept: these are legitimate energy events, removing them would mean the model never learns to handle high-consumption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Decision Tree: captures threshold-based rules — perfect for HVAC and occupancy-driven triggers.
Why Random Forest over single Decision Tree: averaging 75 trees reduces variance and prevents overfitting.
Why SVR: maps data to high-dimensional space using RBF kernel to capture complex nonlinear relationships.
GridSearchCV used for Decision Tree (small grid), RandomizedSearchCV for SVR and RF (large search 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 to remember:
- Linear Regression Test R²: 0.1696 (baseline — only 17% explained)
- Random Forest Test R²: 0.5305 (tripled — 53% explained)
- Random Forest MAE: 33.07 Wh vs baseline 53.16 Wh
- Train R² for Linear Regression is shown as — because cross_val_score was used (not a direct train fit)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extracted from RandomForestRegressor using .feature_importances_ attribute on best_estimator_.
Hour at ~0.16 importance is roughly 3x more important than the next feature (T3 at ~0.06). This directly proves the Step 0 hypothesis that daily occupancy routines are the primary energy driver.
dday_of_week ranking last is counterintuitive but makes sense: if someone cooks at 7pm, they cook at 7pm regardless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Top 10 largest absolute prediction errors.
Key observation: every single error involves actual energy &gt; 500 Wh. The model systematically under-predicts because Random Forest averages 75 trees — extreme values get pulled toward the mean.
If asked about the residual plot: the residual plot showed a fan-shape (heteroscedasticity) — residuals expand as predicted energy increases, confirming this same pattern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Linear Regression (17% explained variance) vs Random Forest (53% explained variance) — threefold improvement proves the nonlinear hypothesis.
If asked what you'd do differently: Time-series split first (most rigorous fix), then Gradient Boosting for spike prediction, then IoT sensors for fundamentally better data.
AI Usage: Claude (Anthropic) was used for conceptual explanations only. All code and analysis produced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Appliance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 in 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 House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3657600"/>
            <a:ext cx="84124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3794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Kahathota Liyanage Yasindu Janiya Weerasinghe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Matriculation: 557466  |  Course: Machine Learning / Artificial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&amp;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short-term (10-min interval) appliance energy consumption using indoor/outdoor weather and time-of-day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energy spikes are sudden, extreme, and non-constant — they follow no simple linear pattern.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205740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46320" y="2121408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linear mathematics will fail. Advanced non-linear and ensemble machine learning techniques are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19,735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Us: EDA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97.7 Wh, Max: 1,080 Wh. Most readings are low-energy baseline periods, punctuated by rare extreme spikes — confirming standard linear models will fail.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2368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67919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weather features show very low linear correlation with the target. Energy use is driven by complex combinations of factors, not any single variable.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Detected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91363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multicollinearity among temperature and humidity sensors (T1–T9, RH_1–RH_9). Handled by retaining all features and relying on tree-based models which handle this natively.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HISTOGRAM HERE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notebook: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plt.savefig('histogram.png')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insert via: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Pictures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3ED08A-2234-97E8-BC40-F50626E67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814" y="1280160"/>
            <a:ext cx="402213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110642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124712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'hour' and 'day_of_week' from raw timestamp to proxy human occupancy patterns — the primary driver of energy spikes.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84048" y="206654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 (IQR)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084832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of target values flagged as statistical outliers. Intentionally kept — these represent legitimate high-energy events (cooking, laundry), not sensor errors.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84048" y="302666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31720" y="3044952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mandatory for SVR (distance-based model). Fit ONLY on X_train, then transform() applied to X_test separately to prevent data leakage.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84048" y="39867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(80/20)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31720" y="4005072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pd.qcut to bin continuous target into quartiles, enabling stratified splitting. Ensures proportionate distribution of extreme spikes across both sets.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463040"/>
          </a:xfrm>
          <a:prstGeom prst="roundRect">
            <a:avLst>
              <a:gd name="adj" fmla="val 5000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Non-Linear Outperforms Linear: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operate on threshold logic (e.g., HVAC activates strictly below a temperature threshold).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cannot capture step-functions; non-linear models partition the feature space to map these discontinuous triggers.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Deployed: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0632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56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931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— proves nonlinearity is required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30632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6888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456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31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splits (if temp &lt; 20°C...)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1772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#2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456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 Kernel)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3931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mapping to high-dimensional space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30632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66560" y="31089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4564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9319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 via Bagging (75 trees)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Results: Model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Random Forest Ensemble — Test R²: 0.5305 (3× baseline) | MAE: 33.07 Wh | RMSE: 70.05 Wh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60591"/>
              </p:ext>
            </p:extLst>
          </p:nvPr>
        </p:nvGraphicFramePr>
        <p:xfrm>
          <a:off x="320040" y="1737360"/>
          <a:ext cx="8503920" cy="31089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(Wh)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200" dirty="0"/>
                        <a:t>0.1675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Energy? (Feature Importance)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dominates everything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~0.16 — daily routines (cooking, waking, sleeping) drive consumption far more than any other factor.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climate zones (T3, RH_3, RH_5)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Activity-proxy rooms (kitchen/laundry area) register next-highest importance.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Surprising: day_of_week ranks last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 PM energy spike occurs equally on Tuesday or Saturday — time of day matters far more than day of week.</a:t>
            </a:r>
            <a:endParaRPr lang="en-US" sz="1200" dirty="0"/>
          </a:p>
        </p:txBody>
      </p:sp>
      <p:pic>
        <p:nvPicPr>
          <p:cNvPr id="5" name="Image 0" descr="/home/claude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0584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Top 10 Largest Prediction Errors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Under-Prediction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error shows the same pattern: actual energy 500–880 Wh, model predicts only 58–300 Wh.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averaging suppresses extremes. The final prediction is the mean of 75 trees — extreme spikes get averaged away.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fix it?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occupancy sensors — knowing 3 people are home and the washing machine is running would directly predict spikes.</a:t>
            </a:r>
            <a:endParaRPr lang="en-US" sz="1200" dirty="0"/>
          </a:p>
        </p:txBody>
      </p:sp>
      <p:pic>
        <p:nvPicPr>
          <p:cNvPr id="5" name="Image 0" descr="/home/claude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51560"/>
            <a:ext cx="43891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E8F8F0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improved from 0.1696 → 0.5305 (3×) and MAE reduced from 53.16 → 33.07 Wh by moving from Linear Regression to Random Forest ensemble — confirming that nonlinear modeling is essential for this dataset.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975104"/>
            <a:ext cx="18836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Time-Series Split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19933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random CV with chronological splitting — train on months 1–3, test on months 4–4.5. Properly simulates real-world forecasting and eliminates temporal data leakage.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07792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84048" y="2962656"/>
            <a:ext cx="18836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2980944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 building targets each tree at correcting the previous tree's errors. This focused approach could specifically reduce the extreme-spike under-predictions.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9534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0040" y="3895344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950208"/>
            <a:ext cx="188366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Integration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3968496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explicit room occupancy counters and smart-plug appliance monitors. This directly provides the missing human behavior context that causes 90%+ of the model's worst errors.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Candanedo et al. (2017). Energy and Buildings, 145, 13–25. https://doi.org/10.1016/j.enbuild.2017.03.040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1428</Words>
  <Application>Microsoft Office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Appliance Energy Use in a Low-Energy House</dc:title>
  <dc:subject>PptxGenJS Presentation</dc:subject>
  <dc:creator>Yasindu Weerasinghe</dc:creator>
  <cp:lastModifiedBy>YASINDU JANIYA WEERASINGHE KAHATHOTA LIYANAGE 557466</cp:lastModifiedBy>
  <cp:revision>2</cp:revision>
  <dcterms:created xsi:type="dcterms:W3CDTF">2026-06-24T10:10:08Z</dcterms:created>
  <dcterms:modified xsi:type="dcterms:W3CDTF">2026-06-24T10:16:16Z</dcterms:modified>
</cp:coreProperties>
</file>